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Stroke Prediction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MAST6100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endParaRPr lang="en-GB" sz="1800" dirty="0"/>
          </a:p>
          <a:p>
            <a:pPr>
              <a:defRPr sz="1400"/>
            </a:pPr>
            <a:endParaRPr lang="en-GB" sz="1800" dirty="0"/>
          </a:p>
          <a:p>
            <a:pPr marL="0" indent="0">
              <a:buNone/>
              <a:defRPr sz="1400"/>
            </a:pPr>
            <a:endParaRPr lang="en-GB" sz="1800" dirty="0"/>
          </a:p>
          <a:p>
            <a:pPr>
              <a:defRPr sz="1400"/>
            </a:pPr>
            <a:r>
              <a:rPr sz="1800" dirty="0"/>
              <a:t>Stroke is a leading cause of mortality and disability worldwide</a:t>
            </a:r>
            <a:r>
              <a:rPr lang="en-GB" sz="1800" dirty="0"/>
              <a:t>. I chose this as my grandfather suffered from a stroke last May.</a:t>
            </a:r>
            <a:endParaRPr sz="1800" dirty="0"/>
          </a:p>
          <a:p>
            <a:pPr>
              <a:defRPr sz="1400"/>
            </a:pPr>
            <a:r>
              <a:rPr sz="1800" dirty="0"/>
              <a:t>Early identification of high-risk individuals enables preventative interventions</a:t>
            </a:r>
          </a:p>
          <a:p>
            <a:pPr>
              <a:defRPr sz="1400"/>
            </a:pPr>
            <a:r>
              <a:rPr sz="1800" dirty="0"/>
              <a:t>Machine Learning and Deep Learning models may improve prediction beyond classical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r>
              <a:rPr sz="1800" dirty="0"/>
              <a:t>Dataset: Kaggle stroke dataset </a:t>
            </a:r>
            <a:r>
              <a:rPr lang="en-GB" sz="1800" dirty="0"/>
              <a:t>that has</a:t>
            </a:r>
            <a:r>
              <a:rPr sz="1800" dirty="0"/>
              <a:t> </a:t>
            </a:r>
            <a:r>
              <a:rPr lang="en-GB" sz="1800" dirty="0"/>
              <a:t>approximately</a:t>
            </a:r>
            <a:r>
              <a:rPr sz="1800" dirty="0"/>
              <a:t> 5,000 </a:t>
            </a:r>
            <a:r>
              <a:rPr lang="en-GB" sz="1800" dirty="0"/>
              <a:t>observations and 12 predictors</a:t>
            </a:r>
            <a:endParaRPr sz="1800" dirty="0"/>
          </a:p>
          <a:p>
            <a:pPr>
              <a:defRPr sz="1400"/>
            </a:pPr>
            <a:r>
              <a:rPr sz="1800" dirty="0"/>
              <a:t>Predictors: Age, gender, hypertension, heart disease, marital status, work type, residence type, glucose level, BMI, smoking status</a:t>
            </a:r>
            <a:endParaRPr lang="en-GB" sz="1800" dirty="0"/>
          </a:p>
          <a:p>
            <a:pPr>
              <a:defRPr sz="1400"/>
            </a:pPr>
            <a:r>
              <a:rPr sz="1800" dirty="0"/>
              <a:t>Research Questions:</a:t>
            </a:r>
            <a:br>
              <a:rPr sz="1800" dirty="0"/>
            </a:br>
            <a:r>
              <a:rPr sz="1800" dirty="0"/>
              <a:t>• Can ML/DL models improve stroke risk prediction over logistic regression?</a:t>
            </a:r>
            <a:br>
              <a:rPr sz="1800" dirty="0"/>
            </a:br>
            <a:r>
              <a:rPr sz="1800" dirty="0"/>
              <a:t>• How does class imbalance impact model evaluation?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endParaRPr lang="en-GB" sz="1800" dirty="0"/>
          </a:p>
          <a:p>
            <a:pPr>
              <a:defRPr sz="1400"/>
            </a:pPr>
            <a:endParaRPr lang="en-GB" sz="1800" dirty="0"/>
          </a:p>
          <a:p>
            <a:pPr>
              <a:defRPr sz="1400"/>
            </a:pPr>
            <a:r>
              <a:rPr sz="1800" dirty="0"/>
              <a:t>Preprocessing: Remove ID, convert categorical variables to factors, median imputation for BMI, standardize predictors</a:t>
            </a:r>
          </a:p>
          <a:p>
            <a:pPr>
              <a:defRPr sz="1400"/>
            </a:pPr>
            <a:r>
              <a:rPr sz="1800" dirty="0"/>
              <a:t>Train/test split: 70/30 stratified to preserve class imbalance</a:t>
            </a:r>
          </a:p>
          <a:p>
            <a:pPr>
              <a:defRPr sz="1400"/>
            </a:pPr>
            <a:r>
              <a:rPr sz="1800" dirty="0"/>
              <a:t>Models applied:</a:t>
            </a:r>
            <a:br>
              <a:rPr sz="1800" dirty="0"/>
            </a:br>
            <a:r>
              <a:rPr sz="1800" dirty="0"/>
              <a:t>• Logistic Regression (GLM)</a:t>
            </a:r>
            <a:br>
              <a:rPr sz="1800" dirty="0"/>
            </a:br>
            <a:r>
              <a:rPr sz="1800" dirty="0"/>
              <a:t>• Support </a:t>
            </a:r>
            <a:r>
              <a:rPr sz="1800"/>
              <a:t>Vector Machine</a:t>
            </a:r>
            <a:br>
              <a:rPr sz="1800" dirty="0"/>
            </a:br>
            <a:r>
              <a:rPr sz="1800" dirty="0"/>
              <a:t>• Deep Neural Network</a:t>
            </a:r>
          </a:p>
          <a:p>
            <a:pPr>
              <a:defRPr sz="1400"/>
            </a:pPr>
            <a:r>
              <a:rPr sz="1800" dirty="0"/>
              <a:t>Evaluation metrics: Accuracy, Sensitivity, Specificity, AUC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endParaRPr lang="en-GB" dirty="0"/>
          </a:p>
          <a:p>
            <a:pPr>
              <a:defRPr sz="1400"/>
            </a:pPr>
            <a:r>
              <a:rPr sz="1800" dirty="0"/>
              <a:t>GLM: Baseline model, interpretable but limited sensitivity for stroke detection</a:t>
            </a:r>
          </a:p>
          <a:p>
            <a:pPr>
              <a:defRPr sz="1400"/>
            </a:pPr>
            <a:r>
              <a:rPr sz="1800" dirty="0"/>
              <a:t>SVM: Improved discriminative performance and higher AUC compared to GLM</a:t>
            </a:r>
          </a:p>
          <a:p>
            <a:pPr>
              <a:defRPr sz="1400"/>
            </a:pPr>
            <a:r>
              <a:rPr sz="1800" dirty="0"/>
              <a:t>Deep Learning: Highest performance with increased sensitivity and AUC due to nonlinear modeling and class weighting</a:t>
            </a:r>
          </a:p>
          <a:p>
            <a:pPr>
              <a:defRPr sz="1400"/>
            </a:pPr>
            <a:r>
              <a:rPr sz="1800" dirty="0"/>
              <a:t>Trade-off: Advanced models offer better accuracy but reduced interpretability</a:t>
            </a:r>
          </a:p>
          <a:p>
            <a:pPr>
              <a:defRPr sz="1400"/>
            </a:pPr>
            <a:r>
              <a:rPr sz="1800" dirty="0"/>
              <a:t>Conclusion: Machine learning and deep learning approaches enhance stroke prediction when carefully evaluated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252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Stroke Prediction Project</vt:lpstr>
      <vt:lpstr>Introduction &amp; Motivation</vt:lpstr>
      <vt:lpstr>Data &amp; Research Questions</vt:lpstr>
      <vt:lpstr>Methodology</vt:lpstr>
      <vt:lpstr>Results &amp;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Joshua Roberts</dc:creator>
  <cp:keywords/>
  <dc:description>generated using python-pptx</dc:description>
  <cp:lastModifiedBy>Joshua Roberts</cp:lastModifiedBy>
  <cp:revision>2</cp:revision>
  <dcterms:created xsi:type="dcterms:W3CDTF">2013-01-27T09:14:16Z</dcterms:created>
  <dcterms:modified xsi:type="dcterms:W3CDTF">2025-12-19T06:44:57Z</dcterms:modified>
  <cp:category/>
</cp:coreProperties>
</file>